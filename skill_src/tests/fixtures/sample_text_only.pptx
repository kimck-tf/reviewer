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슬라이드 3 발표 노트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슬라이드 4 발표 노트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슬라이드 5 발표 노트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프론트 서스펜션 강도 해석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작성자: 홍길동</a:t>
            </a:r>
          </a:p>
          <a:p>
            <a:r>
              <a:t>2026-04-27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해석 목적</a:t>
            </a:r>
          </a:p>
          <a:p>
            <a:r>
              <a:t>2. 모델 정보</a:t>
            </a:r>
          </a:p>
          <a:p>
            <a:r>
              <a:t>3. 경계조건</a:t>
            </a:r>
          </a:p>
          <a:p>
            <a:r>
              <a:t>4. 결과</a:t>
            </a:r>
          </a:p>
          <a:p>
            <a:r>
              <a:t>5.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해석 목적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해석 목적에 대한 설명입니다.</a:t>
            </a:r>
          </a:p>
          <a:p>
            <a:r>
              <a:t>참고 사항을 적습니다.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모델 정보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모델 정보에 대한 설명입니다.</a:t>
            </a:r>
          </a:p>
          <a:p>
            <a:r>
              <a:t>참고 사항을 적습니다.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결과에 대한 설명입니다.</a:t>
            </a:r>
          </a:p>
          <a:p>
            <a:r>
              <a:t>참고 사항을 적습니다.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