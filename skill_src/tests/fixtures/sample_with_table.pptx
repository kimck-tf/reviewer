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결과 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0" y="182880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685800"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단위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최대 응력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MPa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허용 응력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MPa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안전계수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